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700000" cy="7143750"/>
  <p:notesSz cx="7143750" cy="12700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/mnt/okcomputer/output/index</dc:title>
  <dc:subject>/mnt/okcomputer/output/index</dc:subject>
  <dc:creator>Kimi</dc:creator>
  <cp:lastModifiedBy>Kimi</cp:lastModifiedBy>
  <cp:revision>1</cp:revision>
  <dcterms:created xsi:type="dcterms:W3CDTF">2025-11-01T19:51:12Z</dcterms:created>
  <dcterms:modified xsi:type="dcterms:W3CDTF">2025-11-01T19:51:12Z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{"Label":"/mnt/okcomputer/output/index","ContentProducer":"001191110108MACG2KBH8F10000","ProduceID":"d435gk76o68ss8aoq9v0","ReservedCode1":"","ContentPropagator":"001191110108MACG2KBH8F20000","PropagateID":"d435gk76o68ss8aoq9v0","ReservedCode2":""}</vt:lpwstr>
  </property>
</Properties>
</file>